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02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7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05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92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0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13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41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68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26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53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87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84A36-3307-4D2F-ADC8-FAE52AB9DD38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26D85-51F3-41FD-B2F8-9AC763CAFF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4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流程图: 过程 13"/>
          <p:cNvSpPr/>
          <p:nvPr/>
        </p:nvSpPr>
        <p:spPr>
          <a:xfrm>
            <a:off x="6745935" y="1892672"/>
            <a:ext cx="1613647" cy="106904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流程图: 过程 3"/>
          <p:cNvSpPr/>
          <p:nvPr/>
        </p:nvSpPr>
        <p:spPr>
          <a:xfrm>
            <a:off x="1721223" y="1889312"/>
            <a:ext cx="1613647" cy="106904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482788" y="2413747"/>
            <a:ext cx="504265" cy="67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070846" y="2121359"/>
            <a:ext cx="8202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C(s)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50023" y="1889312"/>
            <a:ext cx="36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</a:t>
            </a:r>
            <a:endParaRPr lang="zh-CN" altLang="en-US" dirty="0"/>
          </a:p>
        </p:txBody>
      </p:sp>
      <p:sp>
        <p:nvSpPr>
          <p:cNvPr id="9" name="流程图: 过程 8"/>
          <p:cNvSpPr/>
          <p:nvPr/>
        </p:nvSpPr>
        <p:spPr>
          <a:xfrm>
            <a:off x="4134970" y="1869141"/>
            <a:ext cx="1613647" cy="106904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75628" y="2073978"/>
            <a:ext cx="14209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1/m</a:t>
            </a:r>
          </a:p>
          <a:p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5985058" y="2420470"/>
            <a:ext cx="504265" cy="67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005229" y="1889312"/>
            <a:ext cx="36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195289" y="2073978"/>
            <a:ext cx="14209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1/s</a:t>
            </a:r>
          </a:p>
          <a:p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87876" y="1453436"/>
            <a:ext cx="2098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Controller: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25813" y="1453435"/>
            <a:ext cx="1297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积分环节</a:t>
            </a:r>
          </a:p>
        </p:txBody>
      </p:sp>
      <p:sp>
        <p:nvSpPr>
          <p:cNvPr id="17" name="流程图: 过程 16"/>
          <p:cNvSpPr/>
          <p:nvPr/>
        </p:nvSpPr>
        <p:spPr>
          <a:xfrm>
            <a:off x="9065548" y="1892671"/>
            <a:ext cx="1613647" cy="106904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514902" y="2073977"/>
            <a:ext cx="14209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1/s</a:t>
            </a:r>
          </a:p>
          <a:p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445426" y="1453434"/>
            <a:ext cx="1297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积分环节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8424011" y="2396938"/>
            <a:ext cx="504265" cy="67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496854" y="1936693"/>
            <a:ext cx="36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v</a:t>
            </a:r>
            <a:endParaRPr lang="zh-CN" altLang="en-US" dirty="0"/>
          </a:p>
        </p:txBody>
      </p:sp>
      <p:cxnSp>
        <p:nvCxnSpPr>
          <p:cNvPr id="22" name="直接箭头连接符 21"/>
          <p:cNvCxnSpPr/>
          <p:nvPr/>
        </p:nvCxnSpPr>
        <p:spPr>
          <a:xfrm flipV="1">
            <a:off x="10935807" y="2390215"/>
            <a:ext cx="504265" cy="67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935236" y="1936693"/>
            <a:ext cx="36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cxnSp>
        <p:nvCxnSpPr>
          <p:cNvPr id="36" name="肘形连接符 35"/>
          <p:cNvCxnSpPr/>
          <p:nvPr/>
        </p:nvCxnSpPr>
        <p:spPr>
          <a:xfrm rot="10800000" flipV="1">
            <a:off x="7905741" y="2413746"/>
            <a:ext cx="3214392" cy="2319621"/>
          </a:xfrm>
          <a:prstGeom prst="bentConnector3">
            <a:avLst>
              <a:gd name="adj1" fmla="val 1054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流程图: 过程 43"/>
          <p:cNvSpPr/>
          <p:nvPr/>
        </p:nvSpPr>
        <p:spPr>
          <a:xfrm>
            <a:off x="5896533" y="4198846"/>
            <a:ext cx="1613647" cy="106904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6483708" y="4384240"/>
            <a:ext cx="14209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262827" y="3851386"/>
            <a:ext cx="3353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反馈：理想传感器（无延迟，无噪声）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92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26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F</dc:creator>
  <cp:lastModifiedBy>C F</cp:lastModifiedBy>
  <cp:revision>2</cp:revision>
  <dcterms:created xsi:type="dcterms:W3CDTF">2025-12-07T06:54:10Z</dcterms:created>
  <dcterms:modified xsi:type="dcterms:W3CDTF">2025-12-08T03:12:11Z</dcterms:modified>
</cp:coreProperties>
</file>